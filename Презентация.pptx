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2" r:id="rId6"/>
    <p:sldId id="260" r:id="rId7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1C6FE"/>
    <a:srgbClr val="FFE7F5"/>
    <a:srgbClr val="CC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9" d="100"/>
          <a:sy n="99" d="100"/>
        </p:scale>
        <p:origin x="96" y="2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A468776-CE98-3FD4-7F4D-0C7E8026AC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CF349F17-0408-D218-94A3-53534C674A7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6E52B52-2BD8-F83C-CC9E-27BE0B658F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279642-AD67-4C01-BAC1-E0C6C7BBAD23}" type="datetimeFigureOut">
              <a:rPr lang="ru-RU" smtClean="0"/>
              <a:t>08.03.2026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1C06602-B7A2-E856-8ABD-F6A6D70B4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529EB6F-1DE3-1C30-593D-34FC98E232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C827F7-515C-481D-8C5E-BD8431F388A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292913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DEFF40A-746B-DC3D-721A-4524B1E238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418D7D8-2D79-7A56-6008-7A487D49DD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FB18C67-D11B-7A64-AC7A-1583489A6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279642-AD67-4C01-BAC1-E0C6C7BBAD23}" type="datetimeFigureOut">
              <a:rPr lang="ru-RU" smtClean="0"/>
              <a:t>08.03.2026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AA9264C-07F5-4202-0010-4EC564175E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47737DE-1200-4994-1961-8466C572DB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C827F7-515C-481D-8C5E-BD8431F388A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057764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C41AA6B-85DE-AF14-0F03-B0F3163205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0091F43-8602-42D0-9D47-A9A881E42A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498B2D1-0291-11B9-A3ED-40D69DE108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279642-AD67-4C01-BAC1-E0C6C7BBAD23}" type="datetimeFigureOut">
              <a:rPr lang="ru-RU" smtClean="0"/>
              <a:t>08.03.2026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930F67A-B01C-A3EB-13C1-28ADDCBE61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D97F652-E0FB-FE9A-9F5E-AE0B70C363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C827F7-515C-481D-8C5E-BD8431F388A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224787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8A10B16-D13F-ACAC-4052-02CB802C51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85E73AF-5BA4-86C0-398B-C3A869C8610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9C02E03D-E2C6-469D-B209-CDA183453F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4A4C6312-E76E-6D90-48AA-25742D6121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279642-AD67-4C01-BAC1-E0C6C7BBAD23}" type="datetimeFigureOut">
              <a:rPr lang="ru-RU" smtClean="0"/>
              <a:t>08.03.2026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04548642-34B7-CAF3-74C7-8E573A3CC0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9FDCCBEE-5E6C-B0D2-9CE8-4A01AEFFCB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C827F7-515C-481D-8C5E-BD8431F388A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070015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48412F5-FEC6-2E6D-F84E-2BEA35C449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32E08DE-EAE9-FA20-AE66-B47F9097E7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F61AC9F1-E13D-FC6B-1880-01F313E6D9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CFDB74D4-6565-B010-AF2E-B9998774B11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C16D53AE-FD53-0E4A-941A-700D97A8931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368C4618-4A8A-1875-5848-D326AD60FE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279642-AD67-4C01-BAC1-E0C6C7BBAD23}" type="datetimeFigureOut">
              <a:rPr lang="ru-RU" smtClean="0"/>
              <a:t>08.03.2026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B3B51C69-3DD9-ED2A-345D-6C5FEA55FC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07731A96-9FE4-6533-AA77-56368445B7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C827F7-515C-481D-8C5E-BD8431F388A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790455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1C85939-26D2-70DC-298C-1E392D319C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4A26726E-2D64-B3B9-9182-3DF3D1A823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279642-AD67-4C01-BAC1-E0C6C7BBAD23}" type="datetimeFigureOut">
              <a:rPr lang="ru-RU" smtClean="0"/>
              <a:t>08.03.2026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1DBBB267-E623-AB06-1C2F-FB92B7FD16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974EC133-B35E-7B37-06DA-AA939AD35D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C827F7-515C-481D-8C5E-BD8431F388A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903487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960B82C6-4EEC-4037-1802-A666D7D992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279642-AD67-4C01-BAC1-E0C6C7BBAD23}" type="datetimeFigureOut">
              <a:rPr lang="ru-RU" smtClean="0"/>
              <a:t>08.03.2026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4BF6F5F6-5F55-3C43-DD0A-2B855734FB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C1F9B701-5BE3-4F0C-2D7D-09EA068512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C827F7-515C-481D-8C5E-BD8431F388A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537310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ABA9273-1944-756D-957F-610D65111A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D27EA50-82CD-7597-F8A2-D967EB9210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E13B4991-0AB1-BD64-A3CD-F0D1F13D06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D445A148-EEE3-E8F7-77C0-56D36896D9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279642-AD67-4C01-BAC1-E0C6C7BBAD23}" type="datetimeFigureOut">
              <a:rPr lang="ru-RU" smtClean="0"/>
              <a:t>08.03.2026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EBD2C40D-5B68-2E76-FAE8-FC53DB0525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4D907795-1D30-267D-0474-28EC6D5D7F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C827F7-515C-481D-8C5E-BD8431F388A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036628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E345580-F8D9-29B3-C484-F407AAC37F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C9F783EF-EA3F-5140-C34D-2A80701BCE9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E07436AB-94EF-4719-DAF1-D57BFBBB71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06CF662E-4860-5B47-788B-758D9317F9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279642-AD67-4C01-BAC1-E0C6C7BBAD23}" type="datetimeFigureOut">
              <a:rPr lang="ru-RU" smtClean="0"/>
              <a:t>08.03.2026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4F9AFB40-9F03-9720-932A-003FDF8213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53A9DF12-C959-B7CB-DA27-0EE0F3E6A7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C827F7-515C-481D-8C5E-BD8431F388A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329892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6ECC7A9-04FF-0ED0-DAD4-F44B35A08B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345147BB-EE04-7F44-F0B4-5CC4DA5BA5D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046C4B3-1E16-1047-5A12-B165C8CF35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279642-AD67-4C01-BAC1-E0C6C7BBAD23}" type="datetimeFigureOut">
              <a:rPr lang="ru-RU" smtClean="0"/>
              <a:t>08.03.2026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256873D-B2C3-6317-8681-3B59ED4461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4669676-0F1E-E703-DF03-3F0D9FE6EE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C827F7-515C-481D-8C5E-BD8431F388A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439773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11F55463-1A33-DF8F-6052-0EA65DB7861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E086BA95-83C8-4224-254D-01D40716A3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C70C983-A2F1-4F95-6280-6DDD0DEFD8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279642-AD67-4C01-BAC1-E0C6C7BBAD23}" type="datetimeFigureOut">
              <a:rPr lang="ru-RU" smtClean="0"/>
              <a:t>08.03.2026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EF4803A-0100-775C-D87C-029EAD29B6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CA39309-74F1-16F6-8FD4-45F0FD886A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C827F7-515C-481D-8C5E-BD8431F388A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53944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D1C6FE"/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F9237A9-A1FC-46BE-E85D-0CF9E31B8C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939C3FC-479A-2EB7-CC16-1338F34C57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199EFCA-0BF1-8B40-57FA-FB3B6D3F1F4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6279642-AD67-4C01-BAC1-E0C6C7BBAD23}" type="datetimeFigureOut">
              <a:rPr lang="ru-RU" smtClean="0"/>
              <a:t>08.03.2026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EF603B6-1003-762E-70C4-E1857C26B6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17AEBD1-3A86-FB1E-0913-5083158A62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2C827F7-515C-481D-8C5E-BD8431F388A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091028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5379161-70C2-A19C-C2B6-D4DB3ABB91E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Крутой Сканер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5264A285-8C14-F675-B0BB-CA6FA9D585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5735637"/>
            <a:ext cx="9144000" cy="1118140"/>
          </a:xfrm>
        </p:spPr>
        <p:txBody>
          <a:bodyPr/>
          <a:lstStyle/>
          <a:p>
            <a:pPr algn="l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Разработчики: Студенты Уральского Технологического Колледжа НИЯУ МИФИ (Заречный),</a:t>
            </a:r>
            <a:b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Лизунов Никита,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Шайнов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Павел, Георгий Слободян</a:t>
            </a:r>
          </a:p>
        </p:txBody>
      </p:sp>
      <p:sp>
        <p:nvSpPr>
          <p:cNvPr id="7" name="Прямоугольник: скругленные противолежащие углы 6">
            <a:extLst>
              <a:ext uri="{FF2B5EF4-FFF2-40B4-BE49-F238E27FC236}">
                <a16:creationId xmlns:a16="http://schemas.microsoft.com/office/drawing/2014/main" id="{BCE5AFF8-D295-8388-02A1-42EF0FFD53CF}"/>
              </a:ext>
            </a:extLst>
          </p:cNvPr>
          <p:cNvSpPr/>
          <p:nvPr/>
        </p:nvSpPr>
        <p:spPr>
          <a:xfrm>
            <a:off x="274146" y="186574"/>
            <a:ext cx="4127807" cy="2129589"/>
          </a:xfrm>
          <a:prstGeom prst="round2DiagRect">
            <a:avLst>
              <a:gd name="adj1" fmla="val 50000"/>
              <a:gd name="adj2" fmla="val 0"/>
            </a:avLst>
          </a:prstGeom>
          <a:blipFill>
            <a:blip r:embed="rId2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9594068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81E2780-D199-BC03-5C97-6CC4943DAE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0976" y="218821"/>
            <a:ext cx="4154424" cy="896747"/>
          </a:xfrm>
        </p:spPr>
        <p:txBody>
          <a:bodyPr>
            <a:normAutofit fontScale="90000"/>
          </a:bodyPr>
          <a:lstStyle/>
          <a:p>
            <a:pPr>
              <a:lnSpc>
                <a:spcPct val="150000"/>
              </a:lnSpc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 сканер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62A3C13-2230-DF29-53DA-482BBE96DF1F}"/>
              </a:ext>
            </a:extLst>
          </p:cNvPr>
          <p:cNvSpPr txBox="1"/>
          <p:nvPr/>
        </p:nvSpPr>
        <p:spPr>
          <a:xfrm>
            <a:off x="950976" y="1417320"/>
            <a:ext cx="10768584" cy="44579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Наше программное обеспечение позволяет найти слабые места в коде, которые могут привести к большим убыткам, к примеру, финансово, материально, морального и не редко – все сразу. </a:t>
            </a:r>
          </a:p>
          <a:p>
            <a:pPr>
              <a:lnSpc>
                <a:spcPct val="150000"/>
              </a:lnSpc>
            </a:pPr>
            <a:b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Наше ПО нацелено как раз на поиск таких мест, которые помогут избежать подобных убытков. Используя наше ПО пользователи смогут быстро и точно определить, какие возможные ошибки они могли допустить, и оперативно их решить. </a:t>
            </a:r>
          </a:p>
        </p:txBody>
      </p:sp>
    </p:spTree>
    <p:extLst>
      <p:ext uri="{BB962C8B-B14F-4D97-AF65-F5344CB8AC3E}">
        <p14:creationId xmlns:p14="http://schemas.microsoft.com/office/powerpoint/2010/main" val="24257628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28B53C8-3C8A-81C1-3D49-F33D0C4FC2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6888"/>
            <a:ext cx="10515600" cy="657416"/>
          </a:xfrm>
        </p:spPr>
        <p:txBody>
          <a:bodyPr>
            <a:normAutofit fontScale="90000"/>
          </a:bodyPr>
          <a:lstStyle/>
          <a:p>
            <a:pPr>
              <a:lnSpc>
                <a:spcPct val="150000"/>
              </a:lnSpc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Почему именно наш сканер?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3B2B4B4-B408-B9A6-9817-16AB565DA733}"/>
              </a:ext>
            </a:extLst>
          </p:cNvPr>
          <p:cNvSpPr txBox="1"/>
          <p:nvPr/>
        </p:nvSpPr>
        <p:spPr>
          <a:xfrm>
            <a:off x="838200" y="1123760"/>
            <a:ext cx="8412480" cy="611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Тут все очень просто! Потому что это – Крутой Сканер! </a:t>
            </a:r>
          </a:p>
          <a:p>
            <a:pPr>
              <a:lnSpc>
                <a:spcPct val="150000"/>
              </a:lnSpc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Круче этого сканера только Чак Норрис, но и ему придется хорошо постараться, что бы его переплюнуть в крутости! </a:t>
            </a:r>
            <a:b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Кик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Бутовски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точно не ожидал подобного! </a:t>
            </a:r>
            <a:b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 самом деле наш сканер работает на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C++,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поэтому проверка всех файлов происходит очень быстро. Так же отметим, что реализован вывод всех найденных утечек в удобный и красивый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HTML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Для его создания был подключен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 использовался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Flask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время работы немного увеличилось, но результат говорит сам за себя. </a:t>
            </a:r>
          </a:p>
        </p:txBody>
      </p:sp>
    </p:spTree>
    <p:extLst>
      <p:ext uri="{BB962C8B-B14F-4D97-AF65-F5344CB8AC3E}">
        <p14:creationId xmlns:p14="http://schemas.microsoft.com/office/powerpoint/2010/main" val="10541199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830C0BD-B041-D487-A47B-C01C985424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Что сканер умеет сейчас?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7229B7F-842E-9DBE-8C5D-D254328E3B76}"/>
              </a:ext>
            </a:extLst>
          </p:cNvPr>
          <p:cNvSpPr txBox="1"/>
          <p:nvPr/>
        </p:nvSpPr>
        <p:spPr>
          <a:xfrm>
            <a:off x="950976" y="1901952"/>
            <a:ext cx="8412480" cy="33499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Возможности, которые были реализованы: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Сканирование файлов репозитория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Подсчет строк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Вывод информации о файлах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Реализована функция создания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HTML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отчета через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Flask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Отчет содержит найденные секреты</a:t>
            </a:r>
          </a:p>
        </p:txBody>
      </p:sp>
      <p:sp>
        <p:nvSpPr>
          <p:cNvPr id="7" name="Прямоугольник: скругленные противолежащие углы 6">
            <a:extLst>
              <a:ext uri="{FF2B5EF4-FFF2-40B4-BE49-F238E27FC236}">
                <a16:creationId xmlns:a16="http://schemas.microsoft.com/office/drawing/2014/main" id="{A6D45A43-A5A7-3C33-E4D1-BB0AF21D5744}"/>
              </a:ext>
            </a:extLst>
          </p:cNvPr>
          <p:cNvSpPr/>
          <p:nvPr/>
        </p:nvSpPr>
        <p:spPr>
          <a:xfrm>
            <a:off x="7690585" y="492342"/>
            <a:ext cx="4119612" cy="2396691"/>
          </a:xfrm>
          <a:prstGeom prst="round2DiagRect">
            <a:avLst>
              <a:gd name="adj1" fmla="val 0"/>
              <a:gd name="adj2" fmla="val 50000"/>
            </a:avLst>
          </a:prstGeom>
          <a:blipFill>
            <a:blip r:embed="rId2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755384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830C0BD-B041-D487-A47B-C01C985424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Какие возможности будут представлены в будущем?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F42DEF4-0A75-9289-AD7D-F18BD9A95B51}"/>
              </a:ext>
            </a:extLst>
          </p:cNvPr>
          <p:cNvSpPr txBox="1"/>
          <p:nvPr/>
        </p:nvSpPr>
        <p:spPr>
          <a:xfrm>
            <a:off x="950976" y="1901952"/>
            <a:ext cx="8412480" cy="50119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 скором времени будет реализованы: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Улучшения алгоритмов поиска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Больше форматов файлов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Оптимизация вывода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Оптимизация логики перебора и работы с данными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Поддержка работы с огромными объемами данных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Улучшение пользовательского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UI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Прямоугольник: скругленные противолежащие углы 4">
            <a:extLst>
              <a:ext uri="{FF2B5EF4-FFF2-40B4-BE49-F238E27FC236}">
                <a16:creationId xmlns:a16="http://schemas.microsoft.com/office/drawing/2014/main" id="{3F181345-8F64-0BEB-1C5D-6CE2F8AE8B79}"/>
              </a:ext>
            </a:extLst>
          </p:cNvPr>
          <p:cNvSpPr/>
          <p:nvPr/>
        </p:nvSpPr>
        <p:spPr>
          <a:xfrm flipH="1">
            <a:off x="9009246" y="1901952"/>
            <a:ext cx="2772075" cy="2165684"/>
          </a:xfrm>
          <a:prstGeom prst="round2DiagRect">
            <a:avLst/>
          </a:prstGeom>
          <a:blipFill>
            <a:blip r:embed="rId2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946960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826234A-C7FE-CA7E-0A31-7F922FD23B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Как будет выглядеть программа по завершению работ?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9AC027A-4207-BF3A-AB79-F0DA67C5DF5D}"/>
              </a:ext>
            </a:extLst>
          </p:cNvPr>
          <p:cNvSpPr txBox="1"/>
          <p:nvPr/>
        </p:nvSpPr>
        <p:spPr>
          <a:xfrm>
            <a:off x="950976" y="1901952"/>
            <a:ext cx="8412480" cy="44579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Функционал: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Программа будет представлять собой консольное приложение, которое будет находиться в одном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.exe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файле. 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Алгоритмы поиска и анализа строк будут иметь автоматическую оптимизацию под многопоточные процессоры и большие объемы данных.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Будут добавлены фильтры на выбор пользователя.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Программа сможет выдавать отчеты в разных форматах.</a:t>
            </a:r>
          </a:p>
        </p:txBody>
      </p:sp>
    </p:spTree>
    <p:extLst>
      <p:ext uri="{BB962C8B-B14F-4D97-AF65-F5344CB8AC3E}">
        <p14:creationId xmlns:p14="http://schemas.microsoft.com/office/powerpoint/2010/main" val="1247218518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</TotalTime>
  <Words>323</Words>
  <Application>Microsoft Office PowerPoint</Application>
  <PresentationFormat>Широкоэкранный</PresentationFormat>
  <Paragraphs>30</Paragraphs>
  <Slides>6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6</vt:i4>
      </vt:variant>
    </vt:vector>
  </HeadingPairs>
  <TitlesOfParts>
    <vt:vector size="11" baseType="lpstr">
      <vt:lpstr>Aptos</vt:lpstr>
      <vt:lpstr>Aptos Display</vt:lpstr>
      <vt:lpstr>Arial</vt:lpstr>
      <vt:lpstr>Times New Roman</vt:lpstr>
      <vt:lpstr>Тема Office</vt:lpstr>
      <vt:lpstr>Крутой Сканер</vt:lpstr>
      <vt:lpstr>Про сканер</vt:lpstr>
      <vt:lpstr>Почему именно наш сканер?</vt:lpstr>
      <vt:lpstr>Что сканер умеет сейчас?</vt:lpstr>
      <vt:lpstr>Какие возможности будут представлены в будущем? </vt:lpstr>
      <vt:lpstr>Как будет выглядеть программа по завершению работ?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Никита Лизунов</dc:creator>
  <cp:lastModifiedBy>Никита Лизунов</cp:lastModifiedBy>
  <cp:revision>3</cp:revision>
  <dcterms:created xsi:type="dcterms:W3CDTF">2026-03-07T20:04:47Z</dcterms:created>
  <dcterms:modified xsi:type="dcterms:W3CDTF">2026-03-07T20:57:48Z</dcterms:modified>
</cp:coreProperties>
</file>